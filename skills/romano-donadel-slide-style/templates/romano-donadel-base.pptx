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11480"/>
            <a:ext cx="1645920" cy="62774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1234440"/>
            <a:ext cx="82296" cy="3246120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8046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Lato"/>
              </a:rPr>
              <a:t>[TÍTULO DO PROJETO]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69748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63666A"/>
                </a:solidFill>
                <a:latin typeface="Lato"/>
              </a:rPr>
              <a:t>[SUBTÍTULO OU DESCRIÇÃO]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8404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666A"/>
                </a:solidFill>
                <a:latin typeface="Lato"/>
              </a:rPr>
              <a:t>[CLIENTE OU MATÉRIA]  |  [DATA]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608076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3666A"/>
                </a:solidFill>
                <a:latin typeface="Lato"/>
              </a:rPr>
              <a:t>ROMANO DONADEL ADVOGADOS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666A"/>
                </a:solidFill>
                <a:latin typeface="Lato"/>
              </a:rPr>
              <a:t>CONFIDENCIAL | {{DATA}}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3666A"/>
                </a:solidFill>
                <a:latin typeface="Lato"/>
              </a:rPr>
              <a:t>ROMANO DONADEL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3666A"/>
                </a:solidFill>
                <a:latin typeface="Lato"/>
              </a:rPr>
              <a:t>{{PÁGINA 1}}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201168"/>
            <a:ext cx="1188720" cy="4533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8680" y="1463040"/>
            <a:ext cx="118872" cy="3429000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828800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Lato"/>
              </a:rPr>
              <a:t>[NOME DA SEÇÃO]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69748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3666A"/>
                </a:solidFill>
                <a:latin typeface="Lato"/>
              </a:rPr>
              <a:t>[FRASE CURTA DE ORIENTAÇÃO]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666A"/>
                </a:solidFill>
                <a:latin typeface="Lato"/>
              </a:rPr>
              <a:t>CONFIDENCIAL | {{DATA}}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3666A"/>
                </a:solidFill>
                <a:latin typeface="Lato"/>
              </a:rPr>
              <a:t>ROMANO DONADEL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3666A"/>
                </a:solidFill>
                <a:latin typeface="Lato"/>
              </a:rPr>
              <a:t>{{PÁGINA 2}}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201168"/>
            <a:ext cx="1188720" cy="4533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7432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ato"/>
              </a:rPr>
              <a:t>[RESUMO EXECUTIVO]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04672"/>
            <a:ext cx="658368" cy="41148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666A"/>
                </a:solidFill>
                <a:latin typeface="Lato"/>
              </a:rPr>
              <a:t>CONFIDENCIAL | {{DATA}}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3666A"/>
                </a:solidFill>
                <a:latin typeface="Lato"/>
              </a:rPr>
              <a:t>ROMANO DONADEL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3666A"/>
                </a:solidFill>
                <a:latin typeface="Lato"/>
              </a:rPr>
              <a:t>{{PÁGINA 3}}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63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17320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6A"/>
                </a:solidFill>
                <a:latin typeface="Lato"/>
              </a:rPr>
              <a:t>[INDICADOR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8308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7A800"/>
                </a:solidFill>
                <a:latin typeface="Lato"/>
              </a:rPr>
              <a:t>[00]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63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417320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6A"/>
                </a:solidFill>
                <a:latin typeface="Lato"/>
              </a:rPr>
              <a:t>[INDICADOR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8308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7A800"/>
                </a:solidFill>
                <a:latin typeface="Lato"/>
              </a:rPr>
              <a:t>[00]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2344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63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417320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6A"/>
                </a:solidFill>
                <a:latin typeface="Lato"/>
              </a:rPr>
              <a:t>[INDICADOR 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78308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7A800"/>
                </a:solidFill>
                <a:latin typeface="Lato"/>
              </a:rPr>
              <a:t>[00]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63240"/>
            <a:ext cx="10424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Lato"/>
              </a:rPr>
              <a:t>[CONCLUSÃO EXECUTIVA EM UMA FRASE]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3666A"/>
                </a:solidFill>
                <a:latin typeface="Lato"/>
              </a:rPr>
              <a:t>[FONTE DOS DADOS E PREMISSA PRINCIPAL]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666A"/>
                </a:solidFill>
                <a:latin typeface="Lato"/>
              </a:rPr>
              <a:t>CONFIDENCIAL | {{DATA}}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3666A"/>
                </a:solidFill>
                <a:latin typeface="Lato"/>
              </a:rPr>
              <a:t>ROMANO DONADEL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3666A"/>
                </a:solidFill>
                <a:latin typeface="Lato"/>
              </a:rPr>
              <a:t>{{PÁGINA 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201168"/>
            <a:ext cx="1188720" cy="4533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7432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ato"/>
              </a:rPr>
              <a:t>[TABELA ANALÍTICA]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04672"/>
            <a:ext cx="658368" cy="41148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666A"/>
                </a:solidFill>
                <a:latin typeface="Lato"/>
              </a:rPr>
              <a:t>CONFIDENCIAL | {{DATA}}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3666A"/>
                </a:solidFill>
                <a:latin typeface="Lato"/>
              </a:rPr>
              <a:t>ROMANO DONADEL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3666A"/>
                </a:solidFill>
                <a:latin typeface="Lato"/>
              </a:rPr>
              <a:t>{{PÁGINA 4}}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3444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3200400"/>
              </a:tblGrid>
              <a:tr h="7132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Lato"/>
                        </a:rPr>
                        <a:t>[CRITÉRIO]</a:t>
                      </a:r>
                    </a:p>
                  </a:txBody>
                  <a:tcPr>
                    <a:solidFill>
                      <a:srgbClr val="F7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Lato"/>
                        </a:rPr>
                        <a:t>[CENÁRIO A]</a:t>
                      </a:r>
                    </a:p>
                  </a:txBody>
                  <a:tcPr>
                    <a:solidFill>
                      <a:srgbClr val="F7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Lato"/>
                        </a:rPr>
                        <a:t>[CENÁRIO B]</a:t>
                      </a:r>
                    </a:p>
                  </a:txBody>
                  <a:tcPr>
                    <a:solidFill>
                      <a:srgbClr val="F7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  <a:latin typeface="Lato"/>
                        </a:rPr>
                        <a:t>[CONCLUSÃO]</a:t>
                      </a:r>
                    </a:p>
                  </a:txBody>
                  <a:tcPr>
                    <a:solidFill>
                      <a:srgbClr val="F7A8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Lato"/>
                        </a:rPr>
                        <a:t>[DADO]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166360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3666A"/>
                </a:solidFill>
                <a:latin typeface="Lato"/>
              </a:rPr>
              <a:t>[NOTA DE FONTE OU PREMISSA]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4114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3666A"/>
                </a:solidFill>
                <a:latin typeface="Lato"/>
              </a:rPr>
              <a:t>CONFIDENCIAL | {{DATA}}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3666A"/>
                </a:solidFill>
                <a:latin typeface="Lato"/>
              </a:rPr>
              <a:t>ROMANO DONADEL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3666A"/>
                </a:solidFill>
                <a:latin typeface="Lato"/>
              </a:rPr>
              <a:t>{{PÁGINA 4}}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666A"/>
      </a:dk2>
      <a:lt2>
        <a:srgbClr val="FFFFFF"/>
      </a:lt2>
      <a:accent1>
        <a:srgbClr val="F7A800"/>
      </a:accent1>
      <a:accent2>
        <a:srgbClr val="63666A"/>
      </a:accent2>
      <a:accent3>
        <a:srgbClr val="000000"/>
      </a:accent3>
      <a:accent4>
        <a:srgbClr val="F7A800"/>
      </a:accent4>
      <a:accent5>
        <a:srgbClr val="63666A"/>
      </a:accent5>
      <a:accent6>
        <a:srgbClr val="000000"/>
      </a:accent6>
      <a:hlink>
        <a:srgbClr val="63666A"/>
      </a:hlink>
      <a:folHlink>
        <a:srgbClr val="63666A"/>
      </a:folHlink>
    </a:clrScheme>
    <a:fontScheme name="Office">
      <a:majorFont>
        <a:latin typeface="La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a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